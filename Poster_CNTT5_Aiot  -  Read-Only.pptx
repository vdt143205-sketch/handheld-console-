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Lst>
  <p:sldSz cx="28803600" cy="446230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055" userDrawn="1">
          <p15:clr>
            <a:srgbClr val="A4A3A4"/>
          </p15:clr>
        </p15:guide>
        <p15:guide id="2" pos="90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3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showGuides="1">
      <p:cViewPr varScale="1">
        <p:scale>
          <a:sx n="14" d="100"/>
          <a:sy n="14" d="100"/>
        </p:scale>
        <p:origin x="2554" y="106"/>
      </p:cViewPr>
      <p:guideLst>
        <p:guide orient="horz" pos="14055"/>
        <p:guide pos="907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160270" y="7302894"/>
            <a:ext cx="24483060" cy="15535428"/>
          </a:xfrm>
        </p:spPr>
        <p:txBody>
          <a:bodyPr anchor="b"/>
          <a:lstStyle>
            <a:lvl1pPr algn="ctr">
              <a:defRPr sz="18900"/>
            </a:lvl1pPr>
          </a:lstStyle>
          <a:p>
            <a:r>
              <a:rPr lang="en-US"/>
              <a:t>Click to edit Master title style</a:t>
            </a:r>
            <a:endParaRPr lang="en-US" dirty="0"/>
          </a:p>
        </p:txBody>
      </p:sp>
      <p:sp>
        <p:nvSpPr>
          <p:cNvPr id="3" name="Subtitle 2"/>
          <p:cNvSpPr>
            <a:spLocks noGrp="1"/>
          </p:cNvSpPr>
          <p:nvPr>
            <p:ph type="subTitle" idx="1"/>
          </p:nvPr>
        </p:nvSpPr>
        <p:spPr>
          <a:xfrm>
            <a:off x="3600450" y="23437428"/>
            <a:ext cx="21602700" cy="10773568"/>
          </a:xfrm>
        </p:spPr>
        <p:txBody>
          <a:bodyPr/>
          <a:lstStyle>
            <a:lvl1pPr marL="0" indent="0" algn="ctr">
              <a:buNone/>
              <a:defRPr sz="7560"/>
            </a:lvl1pPr>
            <a:lvl2pPr marL="1440180" indent="0" algn="ctr">
              <a:buNone/>
              <a:defRPr sz="6300"/>
            </a:lvl2pPr>
            <a:lvl3pPr marL="2880360" indent="0" algn="ctr">
              <a:buNone/>
              <a:defRPr sz="5670"/>
            </a:lvl3pPr>
            <a:lvl4pPr marL="4320540" indent="0" algn="ctr">
              <a:buNone/>
              <a:defRPr sz="5040"/>
            </a:lvl4pPr>
            <a:lvl5pPr marL="5760720" indent="0" algn="ctr">
              <a:buNone/>
              <a:defRPr sz="5040"/>
            </a:lvl5pPr>
            <a:lvl6pPr marL="7200900" indent="0" algn="ctr">
              <a:buNone/>
              <a:defRPr sz="5040"/>
            </a:lvl6pPr>
            <a:lvl7pPr marL="8641080" indent="0" algn="ctr">
              <a:buNone/>
              <a:defRPr sz="5040"/>
            </a:lvl7pPr>
            <a:lvl8pPr marL="10081260" indent="0" algn="ctr">
              <a:buNone/>
              <a:defRPr sz="5040"/>
            </a:lvl8pPr>
            <a:lvl9pPr marL="11521440" indent="0" algn="ctr">
              <a:buNone/>
              <a:defRPr sz="50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5511AC-980B-485A-851E-DBD0B8F4CBAD}"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971542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5511AC-980B-485A-851E-DBD0B8F4CBAD}"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009976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65247" y="11124784"/>
            <a:ext cx="24843105" cy="18561941"/>
          </a:xfrm>
        </p:spPr>
        <p:txBody>
          <a:bodyPr anchor="b"/>
          <a:lstStyle>
            <a:lvl1pPr>
              <a:defRPr sz="18900"/>
            </a:lvl1pPr>
          </a:lstStyle>
          <a:p>
            <a:r>
              <a:rPr lang="en-US"/>
              <a:t>Click to edit Master title style</a:t>
            </a:r>
            <a:endParaRPr lang="en-US" dirty="0"/>
          </a:p>
        </p:txBody>
      </p:sp>
      <p:sp>
        <p:nvSpPr>
          <p:cNvPr id="3" name="Text Placeholder 2"/>
          <p:cNvSpPr>
            <a:spLocks noGrp="1"/>
          </p:cNvSpPr>
          <p:nvPr>
            <p:ph type="body" idx="1"/>
          </p:nvPr>
        </p:nvSpPr>
        <p:spPr>
          <a:xfrm>
            <a:off x="1965247" y="29862329"/>
            <a:ext cx="24843105" cy="9761286"/>
          </a:xfrm>
        </p:spPr>
        <p:txBody>
          <a:bodyPr/>
          <a:lstStyle>
            <a:lvl1pPr marL="0" indent="0">
              <a:buNone/>
              <a:defRPr sz="7560">
                <a:solidFill>
                  <a:schemeClr val="tx1"/>
                </a:solidFill>
              </a:defRPr>
            </a:lvl1pPr>
            <a:lvl2pPr marL="1440180" indent="0">
              <a:buNone/>
              <a:defRPr sz="6300">
                <a:solidFill>
                  <a:schemeClr val="tx1">
                    <a:tint val="75000"/>
                  </a:schemeClr>
                </a:solidFill>
              </a:defRPr>
            </a:lvl2pPr>
            <a:lvl3pPr marL="2880360" indent="0">
              <a:buNone/>
              <a:defRPr sz="5670">
                <a:solidFill>
                  <a:schemeClr val="tx1">
                    <a:tint val="75000"/>
                  </a:schemeClr>
                </a:solidFill>
              </a:defRPr>
            </a:lvl3pPr>
            <a:lvl4pPr marL="4320540" indent="0">
              <a:buNone/>
              <a:defRPr sz="5040">
                <a:solidFill>
                  <a:schemeClr val="tx1">
                    <a:tint val="75000"/>
                  </a:schemeClr>
                </a:solidFill>
              </a:defRPr>
            </a:lvl4pPr>
            <a:lvl5pPr marL="5760720" indent="0">
              <a:buNone/>
              <a:defRPr sz="5040">
                <a:solidFill>
                  <a:schemeClr val="tx1">
                    <a:tint val="75000"/>
                  </a:schemeClr>
                </a:solidFill>
              </a:defRPr>
            </a:lvl5pPr>
            <a:lvl6pPr marL="7200900" indent="0">
              <a:buNone/>
              <a:defRPr sz="5040">
                <a:solidFill>
                  <a:schemeClr val="tx1">
                    <a:tint val="75000"/>
                  </a:schemeClr>
                </a:solidFill>
              </a:defRPr>
            </a:lvl6pPr>
            <a:lvl7pPr marL="8641080" indent="0">
              <a:buNone/>
              <a:defRPr sz="5040">
                <a:solidFill>
                  <a:schemeClr val="tx1">
                    <a:tint val="75000"/>
                  </a:schemeClr>
                </a:solidFill>
              </a:defRPr>
            </a:lvl7pPr>
            <a:lvl8pPr marL="10081260" indent="0">
              <a:buNone/>
              <a:defRPr sz="5040">
                <a:solidFill>
                  <a:schemeClr val="tx1">
                    <a:tint val="75000"/>
                  </a:schemeClr>
                </a:solidFill>
              </a:defRPr>
            </a:lvl8pPr>
            <a:lvl9pPr marL="11521440" indent="0">
              <a:buNone/>
              <a:defRPr sz="50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5511AC-980B-485A-851E-DBD0B8F4CBAD}"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1383749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80248" y="11878818"/>
            <a:ext cx="12241530" cy="283129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4581823" y="11878818"/>
            <a:ext cx="12241530" cy="283129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5511AC-980B-485A-851E-DBD0B8F4CBAD}"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6962092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983999" y="2375773"/>
            <a:ext cx="24843105" cy="862505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984002" y="10938845"/>
            <a:ext cx="12185271" cy="5360959"/>
          </a:xfrm>
        </p:spPr>
        <p:txBody>
          <a:bodyPr anchor="b"/>
          <a:lstStyle>
            <a:lvl1pPr marL="0" indent="0">
              <a:buNone/>
              <a:defRPr sz="7560" b="1"/>
            </a:lvl1pPr>
            <a:lvl2pPr marL="1440180" indent="0">
              <a:buNone/>
              <a:defRPr sz="6300" b="1"/>
            </a:lvl2pPr>
            <a:lvl3pPr marL="2880360" indent="0">
              <a:buNone/>
              <a:defRPr sz="5670" b="1"/>
            </a:lvl3pPr>
            <a:lvl4pPr marL="4320540" indent="0">
              <a:buNone/>
              <a:defRPr sz="5040" b="1"/>
            </a:lvl4pPr>
            <a:lvl5pPr marL="5760720" indent="0">
              <a:buNone/>
              <a:defRPr sz="5040" b="1"/>
            </a:lvl5pPr>
            <a:lvl6pPr marL="7200900" indent="0">
              <a:buNone/>
              <a:defRPr sz="5040" b="1"/>
            </a:lvl6pPr>
            <a:lvl7pPr marL="8641080" indent="0">
              <a:buNone/>
              <a:defRPr sz="5040" b="1"/>
            </a:lvl7pPr>
            <a:lvl8pPr marL="10081260" indent="0">
              <a:buNone/>
              <a:defRPr sz="5040" b="1"/>
            </a:lvl8pPr>
            <a:lvl9pPr marL="11521440" indent="0">
              <a:buNone/>
              <a:defRPr sz="5040" b="1"/>
            </a:lvl9pPr>
          </a:lstStyle>
          <a:p>
            <a:pPr lvl="0"/>
            <a:r>
              <a:rPr lang="en-US"/>
              <a:t>Click to edit Master text styles</a:t>
            </a:r>
          </a:p>
        </p:txBody>
      </p:sp>
      <p:sp>
        <p:nvSpPr>
          <p:cNvPr id="4" name="Content Placeholder 3"/>
          <p:cNvSpPr>
            <a:spLocks noGrp="1"/>
          </p:cNvSpPr>
          <p:nvPr>
            <p:ph sz="half" idx="2"/>
          </p:nvPr>
        </p:nvSpPr>
        <p:spPr>
          <a:xfrm>
            <a:off x="1984002" y="16299804"/>
            <a:ext cx="12185271" cy="239745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4581824" y="10938845"/>
            <a:ext cx="12245282" cy="5360959"/>
          </a:xfrm>
        </p:spPr>
        <p:txBody>
          <a:bodyPr anchor="b"/>
          <a:lstStyle>
            <a:lvl1pPr marL="0" indent="0">
              <a:buNone/>
              <a:defRPr sz="7560" b="1"/>
            </a:lvl1pPr>
            <a:lvl2pPr marL="1440180" indent="0">
              <a:buNone/>
              <a:defRPr sz="6300" b="1"/>
            </a:lvl2pPr>
            <a:lvl3pPr marL="2880360" indent="0">
              <a:buNone/>
              <a:defRPr sz="5670" b="1"/>
            </a:lvl3pPr>
            <a:lvl4pPr marL="4320540" indent="0">
              <a:buNone/>
              <a:defRPr sz="5040" b="1"/>
            </a:lvl4pPr>
            <a:lvl5pPr marL="5760720" indent="0">
              <a:buNone/>
              <a:defRPr sz="5040" b="1"/>
            </a:lvl5pPr>
            <a:lvl6pPr marL="7200900" indent="0">
              <a:buNone/>
              <a:defRPr sz="5040" b="1"/>
            </a:lvl6pPr>
            <a:lvl7pPr marL="8641080" indent="0">
              <a:buNone/>
              <a:defRPr sz="5040" b="1"/>
            </a:lvl7pPr>
            <a:lvl8pPr marL="10081260" indent="0">
              <a:buNone/>
              <a:defRPr sz="5040" b="1"/>
            </a:lvl8pPr>
            <a:lvl9pPr marL="11521440" indent="0">
              <a:buNone/>
              <a:defRPr sz="5040" b="1"/>
            </a:lvl9pPr>
          </a:lstStyle>
          <a:p>
            <a:pPr lvl="0"/>
            <a:r>
              <a:rPr lang="en-US"/>
              <a:t>Click to edit Master text styles</a:t>
            </a:r>
          </a:p>
        </p:txBody>
      </p:sp>
      <p:sp>
        <p:nvSpPr>
          <p:cNvPr id="6" name="Content Placeholder 5"/>
          <p:cNvSpPr>
            <a:spLocks noGrp="1"/>
          </p:cNvSpPr>
          <p:nvPr>
            <p:ph sz="quarter" idx="4"/>
          </p:nvPr>
        </p:nvSpPr>
        <p:spPr>
          <a:xfrm>
            <a:off x="14581824" y="16299804"/>
            <a:ext cx="12245282" cy="239745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5511AC-980B-485A-851E-DBD0B8F4CBAD}" type="datetimeFigureOut">
              <a:rPr lang="en-US" smtClean="0"/>
              <a:t>11/17/2025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292779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5511AC-980B-485A-851E-DBD0B8F4CBAD}" type="datetimeFigureOut">
              <a:rPr lang="en-US" smtClean="0"/>
              <a:t>11/17/2025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368988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5511AC-980B-485A-851E-DBD0B8F4CBAD}" type="datetimeFigureOut">
              <a:rPr lang="en-US" smtClean="0"/>
              <a:t>11/17/2025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134302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3999" y="2974869"/>
            <a:ext cx="9289911" cy="10412042"/>
          </a:xfrm>
        </p:spPr>
        <p:txBody>
          <a:bodyPr anchor="b"/>
          <a:lstStyle>
            <a:lvl1pPr>
              <a:defRPr sz="10080"/>
            </a:lvl1pPr>
          </a:lstStyle>
          <a:p>
            <a:r>
              <a:rPr lang="en-US"/>
              <a:t>Click to edit Master title style</a:t>
            </a:r>
            <a:endParaRPr lang="en-US" dirty="0"/>
          </a:p>
        </p:txBody>
      </p:sp>
      <p:sp>
        <p:nvSpPr>
          <p:cNvPr id="3" name="Content Placeholder 2"/>
          <p:cNvSpPr>
            <a:spLocks noGrp="1"/>
          </p:cNvSpPr>
          <p:nvPr>
            <p:ph idx="1"/>
          </p:nvPr>
        </p:nvSpPr>
        <p:spPr>
          <a:xfrm>
            <a:off x="12245281" y="6424901"/>
            <a:ext cx="14581823" cy="31711279"/>
          </a:xfrm>
        </p:spPr>
        <p:txBody>
          <a:bodyPr/>
          <a:lstStyle>
            <a:lvl1pPr>
              <a:defRPr sz="10080"/>
            </a:lvl1pPr>
            <a:lvl2pPr>
              <a:defRPr sz="8820"/>
            </a:lvl2pPr>
            <a:lvl3pPr>
              <a:defRPr sz="7560"/>
            </a:lvl3pPr>
            <a:lvl4pPr>
              <a:defRPr sz="6300"/>
            </a:lvl4pPr>
            <a:lvl5pPr>
              <a:defRPr sz="6300"/>
            </a:lvl5pPr>
            <a:lvl6pPr>
              <a:defRPr sz="6300"/>
            </a:lvl6pPr>
            <a:lvl7pPr>
              <a:defRPr sz="6300"/>
            </a:lvl7pPr>
            <a:lvl8pPr>
              <a:defRPr sz="6300"/>
            </a:lvl8pPr>
            <a:lvl9pPr>
              <a:defRPr sz="6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83999" y="13386912"/>
            <a:ext cx="9289911" cy="24800909"/>
          </a:xfrm>
        </p:spPr>
        <p:txBody>
          <a:bodyPr/>
          <a:lstStyle>
            <a:lvl1pPr marL="0" indent="0">
              <a:buNone/>
              <a:defRPr sz="5040"/>
            </a:lvl1pPr>
            <a:lvl2pPr marL="1440180" indent="0">
              <a:buNone/>
              <a:defRPr sz="4410"/>
            </a:lvl2pPr>
            <a:lvl3pPr marL="2880360" indent="0">
              <a:buNone/>
              <a:defRPr sz="3780"/>
            </a:lvl3pPr>
            <a:lvl4pPr marL="4320540" indent="0">
              <a:buNone/>
              <a:defRPr sz="3150"/>
            </a:lvl4pPr>
            <a:lvl5pPr marL="5760720" indent="0">
              <a:buNone/>
              <a:defRPr sz="3150"/>
            </a:lvl5pPr>
            <a:lvl6pPr marL="7200900" indent="0">
              <a:buNone/>
              <a:defRPr sz="3150"/>
            </a:lvl6pPr>
            <a:lvl7pPr marL="8641080" indent="0">
              <a:buNone/>
              <a:defRPr sz="3150"/>
            </a:lvl7pPr>
            <a:lvl8pPr marL="10081260" indent="0">
              <a:buNone/>
              <a:defRPr sz="3150"/>
            </a:lvl8pPr>
            <a:lvl9pPr marL="11521440" indent="0">
              <a:buNone/>
              <a:defRPr sz="3150"/>
            </a:lvl9pPr>
          </a:lstStyle>
          <a:p>
            <a:pPr lvl="0"/>
            <a:r>
              <a:rPr lang="en-US"/>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719053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3999" y="2974869"/>
            <a:ext cx="9289911" cy="10412042"/>
          </a:xfrm>
        </p:spPr>
        <p:txBody>
          <a:bodyPr anchor="b"/>
          <a:lstStyle>
            <a:lvl1pPr>
              <a:defRPr sz="1008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245281" y="6424901"/>
            <a:ext cx="14581823" cy="31711279"/>
          </a:xfrm>
        </p:spPr>
        <p:txBody>
          <a:bodyPr anchor="t"/>
          <a:lstStyle>
            <a:lvl1pPr marL="0" indent="0">
              <a:buNone/>
              <a:defRPr sz="10080"/>
            </a:lvl1pPr>
            <a:lvl2pPr marL="1440180" indent="0">
              <a:buNone/>
              <a:defRPr sz="8820"/>
            </a:lvl2pPr>
            <a:lvl3pPr marL="2880360" indent="0">
              <a:buNone/>
              <a:defRPr sz="7560"/>
            </a:lvl3pPr>
            <a:lvl4pPr marL="4320540" indent="0">
              <a:buNone/>
              <a:defRPr sz="6300"/>
            </a:lvl4pPr>
            <a:lvl5pPr marL="5760720" indent="0">
              <a:buNone/>
              <a:defRPr sz="6300"/>
            </a:lvl5pPr>
            <a:lvl6pPr marL="7200900" indent="0">
              <a:buNone/>
              <a:defRPr sz="6300"/>
            </a:lvl6pPr>
            <a:lvl7pPr marL="8641080" indent="0">
              <a:buNone/>
              <a:defRPr sz="6300"/>
            </a:lvl7pPr>
            <a:lvl8pPr marL="10081260" indent="0">
              <a:buNone/>
              <a:defRPr sz="6300"/>
            </a:lvl8pPr>
            <a:lvl9pPr marL="11521440" indent="0">
              <a:buNone/>
              <a:defRPr sz="6300"/>
            </a:lvl9pPr>
          </a:lstStyle>
          <a:p>
            <a:r>
              <a:rPr lang="en-US"/>
              <a:t>Click icon to add picture</a:t>
            </a:r>
            <a:endParaRPr lang="en-US" dirty="0"/>
          </a:p>
        </p:txBody>
      </p:sp>
      <p:sp>
        <p:nvSpPr>
          <p:cNvPr id="4" name="Text Placeholder 3"/>
          <p:cNvSpPr>
            <a:spLocks noGrp="1"/>
          </p:cNvSpPr>
          <p:nvPr>
            <p:ph type="body" sz="half" idx="2"/>
          </p:nvPr>
        </p:nvSpPr>
        <p:spPr>
          <a:xfrm>
            <a:off x="1983999" y="13386912"/>
            <a:ext cx="9289911" cy="24800909"/>
          </a:xfrm>
        </p:spPr>
        <p:txBody>
          <a:bodyPr/>
          <a:lstStyle>
            <a:lvl1pPr marL="0" indent="0">
              <a:buNone/>
              <a:defRPr sz="5040"/>
            </a:lvl1pPr>
            <a:lvl2pPr marL="1440180" indent="0">
              <a:buNone/>
              <a:defRPr sz="4410"/>
            </a:lvl2pPr>
            <a:lvl3pPr marL="2880360" indent="0">
              <a:buNone/>
              <a:defRPr sz="3780"/>
            </a:lvl3pPr>
            <a:lvl4pPr marL="4320540" indent="0">
              <a:buNone/>
              <a:defRPr sz="3150"/>
            </a:lvl4pPr>
            <a:lvl5pPr marL="5760720" indent="0">
              <a:buNone/>
              <a:defRPr sz="3150"/>
            </a:lvl5pPr>
            <a:lvl6pPr marL="7200900" indent="0">
              <a:buNone/>
              <a:defRPr sz="3150"/>
            </a:lvl6pPr>
            <a:lvl7pPr marL="8641080" indent="0">
              <a:buNone/>
              <a:defRPr sz="3150"/>
            </a:lvl7pPr>
            <a:lvl8pPr marL="10081260" indent="0">
              <a:buNone/>
              <a:defRPr sz="3150"/>
            </a:lvl8pPr>
            <a:lvl9pPr marL="11521440" indent="0">
              <a:buNone/>
              <a:defRPr sz="3150"/>
            </a:lvl9pPr>
          </a:lstStyle>
          <a:p>
            <a:pPr lvl="0"/>
            <a:r>
              <a:rPr lang="en-US"/>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15160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5511AC-980B-485A-851E-DBD0B8F4CBAD}"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463329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0612578" y="2375764"/>
            <a:ext cx="6210776" cy="378159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980249" y="2375764"/>
            <a:ext cx="18272284" cy="378159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5511AC-980B-485A-851E-DBD0B8F4CBAD}"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365366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80248" y="2375773"/>
            <a:ext cx="24843105" cy="862505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980248" y="11878818"/>
            <a:ext cx="24843105" cy="283129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980248" y="41358955"/>
            <a:ext cx="6480810" cy="2375764"/>
          </a:xfrm>
          <a:prstGeom prst="rect">
            <a:avLst/>
          </a:prstGeom>
        </p:spPr>
        <p:txBody>
          <a:bodyPr vert="horz" lIns="91440" tIns="45720" rIns="91440" bIns="45720" rtlCol="0" anchor="ctr"/>
          <a:lstStyle>
            <a:lvl1pPr algn="l">
              <a:defRPr sz="3780">
                <a:solidFill>
                  <a:schemeClr val="tx1">
                    <a:tint val="75000"/>
                  </a:schemeClr>
                </a:solidFill>
              </a:defRPr>
            </a:lvl1pPr>
          </a:lstStyle>
          <a:p>
            <a:fld id="{E95511AC-980B-485A-851E-DBD0B8F4CBAD}" type="datetimeFigureOut">
              <a:rPr lang="en-US" smtClean="0"/>
              <a:t>11/17/2025</a:t>
            </a:fld>
            <a:endParaRPr lang="en-US"/>
          </a:p>
        </p:txBody>
      </p:sp>
      <p:sp>
        <p:nvSpPr>
          <p:cNvPr id="5" name="Footer Placeholder 4"/>
          <p:cNvSpPr>
            <a:spLocks noGrp="1"/>
          </p:cNvSpPr>
          <p:nvPr>
            <p:ph type="ftr" sz="quarter" idx="3"/>
          </p:nvPr>
        </p:nvSpPr>
        <p:spPr>
          <a:xfrm>
            <a:off x="9541193" y="41358955"/>
            <a:ext cx="9721215" cy="2375764"/>
          </a:xfrm>
          <a:prstGeom prst="rect">
            <a:avLst/>
          </a:prstGeom>
        </p:spPr>
        <p:txBody>
          <a:bodyPr vert="horz" lIns="91440" tIns="45720" rIns="91440" bIns="45720" rtlCol="0" anchor="ctr"/>
          <a:lstStyle>
            <a:lvl1pPr algn="ctr">
              <a:defRPr sz="37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0342543" y="41358955"/>
            <a:ext cx="6480810" cy="2375764"/>
          </a:xfrm>
          <a:prstGeom prst="rect">
            <a:avLst/>
          </a:prstGeom>
        </p:spPr>
        <p:txBody>
          <a:bodyPr vert="horz" lIns="91440" tIns="45720" rIns="91440" bIns="45720" rtlCol="0" anchor="ctr"/>
          <a:lstStyle>
            <a:lvl1pPr algn="r">
              <a:defRPr sz="3780">
                <a:solidFill>
                  <a:schemeClr val="tx1">
                    <a:tint val="75000"/>
                  </a:schemeClr>
                </a:solidFill>
              </a:defRPr>
            </a:lvl1pPr>
          </a:lstStyle>
          <a:p>
            <a:fld id="{06A2BFA2-7CEB-4D76-9663-917F13DE4B1E}" type="slidenum">
              <a:rPr lang="en-US" smtClean="0"/>
              <a:t>‹#›</a:t>
            </a:fld>
            <a:endParaRPr lang="en-US"/>
          </a:p>
        </p:txBody>
      </p:sp>
    </p:spTree>
    <p:extLst>
      <p:ext uri="{BB962C8B-B14F-4D97-AF65-F5344CB8AC3E}">
        <p14:creationId xmlns:p14="http://schemas.microsoft.com/office/powerpoint/2010/main" val="145624809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2880360" rtl="0" eaLnBrk="1" latinLnBrk="0" hangingPunct="1">
        <a:lnSpc>
          <a:spcPct val="90000"/>
        </a:lnSpc>
        <a:spcBef>
          <a:spcPct val="0"/>
        </a:spcBef>
        <a:buNone/>
        <a:defRPr sz="13860" kern="1200">
          <a:solidFill>
            <a:schemeClr val="tx1"/>
          </a:solidFill>
          <a:latin typeface="+mj-lt"/>
          <a:ea typeface="+mj-ea"/>
          <a:cs typeface="+mj-cs"/>
        </a:defRPr>
      </a:lvl1pPr>
    </p:titleStyle>
    <p:bodyStyle>
      <a:lvl1pPr marL="720090" indent="-720090" algn="l" defTabSz="2880360" rtl="0" eaLnBrk="1" latinLnBrk="0" hangingPunct="1">
        <a:lnSpc>
          <a:spcPct val="90000"/>
        </a:lnSpc>
        <a:spcBef>
          <a:spcPts val="3150"/>
        </a:spcBef>
        <a:buFont typeface="Arial" panose="020B0604020202020204" pitchFamily="34" charset="0"/>
        <a:buChar char="•"/>
        <a:defRPr sz="8820" kern="1200">
          <a:solidFill>
            <a:schemeClr val="tx1"/>
          </a:solidFill>
          <a:latin typeface="+mn-lt"/>
          <a:ea typeface="+mn-ea"/>
          <a:cs typeface="+mn-cs"/>
        </a:defRPr>
      </a:lvl1pPr>
      <a:lvl2pPr marL="2160270" indent="-720090" algn="l" defTabSz="2880360" rtl="0" eaLnBrk="1" latinLnBrk="0" hangingPunct="1">
        <a:lnSpc>
          <a:spcPct val="90000"/>
        </a:lnSpc>
        <a:spcBef>
          <a:spcPts val="1575"/>
        </a:spcBef>
        <a:buFont typeface="Arial" panose="020B0604020202020204" pitchFamily="34" charset="0"/>
        <a:buChar char="•"/>
        <a:defRPr sz="7560" kern="1200">
          <a:solidFill>
            <a:schemeClr val="tx1"/>
          </a:solidFill>
          <a:latin typeface="+mn-lt"/>
          <a:ea typeface="+mn-ea"/>
          <a:cs typeface="+mn-cs"/>
        </a:defRPr>
      </a:lvl2pPr>
      <a:lvl3pPr marL="3600450" indent="-720090" algn="l" defTabSz="2880360" rtl="0" eaLnBrk="1" latinLnBrk="0" hangingPunct="1">
        <a:lnSpc>
          <a:spcPct val="90000"/>
        </a:lnSpc>
        <a:spcBef>
          <a:spcPts val="1575"/>
        </a:spcBef>
        <a:buFont typeface="Arial" panose="020B0604020202020204" pitchFamily="34" charset="0"/>
        <a:buChar char="•"/>
        <a:defRPr sz="6300" kern="1200">
          <a:solidFill>
            <a:schemeClr val="tx1"/>
          </a:solidFill>
          <a:latin typeface="+mn-lt"/>
          <a:ea typeface="+mn-ea"/>
          <a:cs typeface="+mn-cs"/>
        </a:defRPr>
      </a:lvl3pPr>
      <a:lvl4pPr marL="504063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4pPr>
      <a:lvl5pPr marL="648081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5pPr>
      <a:lvl6pPr marL="792099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6pPr>
      <a:lvl7pPr marL="936117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7pPr>
      <a:lvl8pPr marL="1080135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8pPr>
      <a:lvl9pPr marL="12241530" indent="-720090" algn="l" defTabSz="2880360" rtl="0" eaLnBrk="1" latinLnBrk="0" hangingPunct="1">
        <a:lnSpc>
          <a:spcPct val="90000"/>
        </a:lnSpc>
        <a:spcBef>
          <a:spcPts val="1575"/>
        </a:spcBef>
        <a:buFont typeface="Arial" panose="020B0604020202020204" pitchFamily="34" charset="0"/>
        <a:buChar char="•"/>
        <a:defRPr sz="5670" kern="1200">
          <a:solidFill>
            <a:schemeClr val="tx1"/>
          </a:solidFill>
          <a:latin typeface="+mn-lt"/>
          <a:ea typeface="+mn-ea"/>
          <a:cs typeface="+mn-cs"/>
        </a:defRPr>
      </a:lvl9pPr>
    </p:bodyStyle>
    <p:otherStyle>
      <a:defPPr>
        <a:defRPr lang="en-US"/>
      </a:defPPr>
      <a:lvl1pPr marL="0" algn="l" defTabSz="2880360" rtl="0" eaLnBrk="1" latinLnBrk="0" hangingPunct="1">
        <a:defRPr sz="5670" kern="1200">
          <a:solidFill>
            <a:schemeClr val="tx1"/>
          </a:solidFill>
          <a:latin typeface="+mn-lt"/>
          <a:ea typeface="+mn-ea"/>
          <a:cs typeface="+mn-cs"/>
        </a:defRPr>
      </a:lvl1pPr>
      <a:lvl2pPr marL="1440180" algn="l" defTabSz="2880360" rtl="0" eaLnBrk="1" latinLnBrk="0" hangingPunct="1">
        <a:defRPr sz="5670" kern="1200">
          <a:solidFill>
            <a:schemeClr val="tx1"/>
          </a:solidFill>
          <a:latin typeface="+mn-lt"/>
          <a:ea typeface="+mn-ea"/>
          <a:cs typeface="+mn-cs"/>
        </a:defRPr>
      </a:lvl2pPr>
      <a:lvl3pPr marL="2880360" algn="l" defTabSz="2880360" rtl="0" eaLnBrk="1" latinLnBrk="0" hangingPunct="1">
        <a:defRPr sz="5670" kern="1200">
          <a:solidFill>
            <a:schemeClr val="tx1"/>
          </a:solidFill>
          <a:latin typeface="+mn-lt"/>
          <a:ea typeface="+mn-ea"/>
          <a:cs typeface="+mn-cs"/>
        </a:defRPr>
      </a:lvl3pPr>
      <a:lvl4pPr marL="4320540" algn="l" defTabSz="2880360" rtl="0" eaLnBrk="1" latinLnBrk="0" hangingPunct="1">
        <a:defRPr sz="5670" kern="1200">
          <a:solidFill>
            <a:schemeClr val="tx1"/>
          </a:solidFill>
          <a:latin typeface="+mn-lt"/>
          <a:ea typeface="+mn-ea"/>
          <a:cs typeface="+mn-cs"/>
        </a:defRPr>
      </a:lvl4pPr>
      <a:lvl5pPr marL="5760720" algn="l" defTabSz="2880360" rtl="0" eaLnBrk="1" latinLnBrk="0" hangingPunct="1">
        <a:defRPr sz="5670" kern="1200">
          <a:solidFill>
            <a:schemeClr val="tx1"/>
          </a:solidFill>
          <a:latin typeface="+mn-lt"/>
          <a:ea typeface="+mn-ea"/>
          <a:cs typeface="+mn-cs"/>
        </a:defRPr>
      </a:lvl5pPr>
      <a:lvl6pPr marL="7200900" algn="l" defTabSz="2880360" rtl="0" eaLnBrk="1" latinLnBrk="0" hangingPunct="1">
        <a:defRPr sz="5670" kern="1200">
          <a:solidFill>
            <a:schemeClr val="tx1"/>
          </a:solidFill>
          <a:latin typeface="+mn-lt"/>
          <a:ea typeface="+mn-ea"/>
          <a:cs typeface="+mn-cs"/>
        </a:defRPr>
      </a:lvl6pPr>
      <a:lvl7pPr marL="8641080" algn="l" defTabSz="2880360" rtl="0" eaLnBrk="1" latinLnBrk="0" hangingPunct="1">
        <a:defRPr sz="5670" kern="1200">
          <a:solidFill>
            <a:schemeClr val="tx1"/>
          </a:solidFill>
          <a:latin typeface="+mn-lt"/>
          <a:ea typeface="+mn-ea"/>
          <a:cs typeface="+mn-cs"/>
        </a:defRPr>
      </a:lvl7pPr>
      <a:lvl8pPr marL="10081260" algn="l" defTabSz="2880360" rtl="0" eaLnBrk="1" latinLnBrk="0" hangingPunct="1">
        <a:defRPr sz="5670" kern="1200">
          <a:solidFill>
            <a:schemeClr val="tx1"/>
          </a:solidFill>
          <a:latin typeface="+mn-lt"/>
          <a:ea typeface="+mn-ea"/>
          <a:cs typeface="+mn-cs"/>
        </a:defRPr>
      </a:lvl8pPr>
      <a:lvl9pPr marL="11521440" algn="l" defTabSz="2880360" rtl="0" eaLnBrk="1" latinLnBrk="0" hangingPunct="1">
        <a:defRPr sz="567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D9E4F7B-BDBB-AF4A-B4AD-63280788DEC9}"/>
              </a:ext>
            </a:extLst>
          </p:cNvPr>
          <p:cNvSpPr txBox="1">
            <a:spLocks/>
          </p:cNvSpPr>
          <p:nvPr/>
        </p:nvSpPr>
        <p:spPr>
          <a:xfrm>
            <a:off x="1420651" y="6066707"/>
            <a:ext cx="25923875" cy="1968504"/>
          </a:xfrm>
          <a:prstGeom prst="rect">
            <a:avLst/>
          </a:prstGeom>
        </p:spPr>
        <p:txBody>
          <a:bodyPr vert="horz" lIns="91440" tIns="45720" rIns="91440" bIns="45720" rtlCol="0" anchor="b">
            <a:normAutofit/>
          </a:bodyPr>
          <a:lstStyle>
            <a:lvl1pPr algn="ctr" defTabSz="2880360" rtl="0" eaLnBrk="1" latinLnBrk="0" hangingPunct="1">
              <a:lnSpc>
                <a:spcPct val="90000"/>
              </a:lnSpc>
              <a:spcBef>
                <a:spcPct val="0"/>
              </a:spcBef>
              <a:buNone/>
              <a:defRPr sz="18900" kern="1200">
                <a:solidFill>
                  <a:schemeClr val="tx1"/>
                </a:solidFill>
                <a:latin typeface="+mj-lt"/>
                <a:ea typeface="+mj-ea"/>
                <a:cs typeface="+mj-cs"/>
              </a:defRPr>
            </a:lvl1pPr>
          </a:lstStyle>
          <a:p>
            <a:r>
              <a:rPr lang="vi-VN" sz="6600" b="1" dirty="0"/>
              <a:t>DIY GAME CONTROLLER </a:t>
            </a:r>
            <a:endParaRPr lang="en-US" sz="6600" b="1" dirty="0"/>
          </a:p>
        </p:txBody>
      </p:sp>
      <p:sp>
        <p:nvSpPr>
          <p:cNvPr id="6" name="Rectangle 5">
            <a:extLst>
              <a:ext uri="{FF2B5EF4-FFF2-40B4-BE49-F238E27FC236}">
                <a16:creationId xmlns:a16="http://schemas.microsoft.com/office/drawing/2014/main" id="{FDB71301-74E9-3D33-787D-882C46CB1337}"/>
              </a:ext>
            </a:extLst>
          </p:cNvPr>
          <p:cNvSpPr/>
          <p:nvPr/>
        </p:nvSpPr>
        <p:spPr>
          <a:xfrm>
            <a:off x="4831460" y="8688402"/>
            <a:ext cx="19256188" cy="59307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sz="3599" b="1" dirty="0"/>
          </a:p>
        </p:txBody>
      </p:sp>
      <p:sp>
        <p:nvSpPr>
          <p:cNvPr id="7" name="Rectangle 6">
            <a:extLst>
              <a:ext uri="{FF2B5EF4-FFF2-40B4-BE49-F238E27FC236}">
                <a16:creationId xmlns:a16="http://schemas.microsoft.com/office/drawing/2014/main" id="{C5866BCA-6519-4A04-49D6-16F03CF06786}"/>
              </a:ext>
            </a:extLst>
          </p:cNvPr>
          <p:cNvSpPr/>
          <p:nvPr/>
        </p:nvSpPr>
        <p:spPr>
          <a:xfrm>
            <a:off x="4831460" y="9137681"/>
            <a:ext cx="19256188" cy="196850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3199" b="1" i="1" dirty="0"/>
              <a:t>¹</a:t>
            </a:r>
            <a:r>
              <a:rPr lang="en-US" sz="3199" i="1" dirty="0"/>
              <a:t> School of Electrical and Electronic Engineer, Hanoi University of Science and Technology, Hanoi, Vietnam</a:t>
            </a:r>
          </a:p>
          <a:p>
            <a:pPr algn="ctr"/>
            <a:r>
              <a:rPr lang="en-US" sz="3199" b="1" i="1" dirty="0"/>
              <a:t>²</a:t>
            </a:r>
            <a:r>
              <a:rPr lang="en-US" sz="3199" i="1" dirty="0"/>
              <a:t> </a:t>
            </a:r>
            <a:r>
              <a:rPr lang="en-US" sz="3199" i="1" dirty="0" err="1"/>
              <a:t>Dainam</a:t>
            </a:r>
            <a:r>
              <a:rPr lang="en-US" sz="3199" i="1" dirty="0"/>
              <a:t> University, Hanoi, Vietnam</a:t>
            </a:r>
          </a:p>
        </p:txBody>
      </p:sp>
      <p:sp>
        <p:nvSpPr>
          <p:cNvPr id="16" name="Text Box 189">
            <a:extLst>
              <a:ext uri="{FF2B5EF4-FFF2-40B4-BE49-F238E27FC236}">
                <a16:creationId xmlns:a16="http://schemas.microsoft.com/office/drawing/2014/main" id="{51079C32-2598-22AE-8FEA-44580D8E22CE}"/>
              </a:ext>
            </a:extLst>
          </p:cNvPr>
          <p:cNvSpPr txBox="1">
            <a:spLocks noChangeArrowheads="1"/>
          </p:cNvSpPr>
          <p:nvPr/>
        </p:nvSpPr>
        <p:spPr bwMode="auto">
          <a:xfrm>
            <a:off x="510761" y="12668070"/>
            <a:ext cx="9074187" cy="7540781"/>
          </a:xfrm>
          <a:prstGeom prst="rect">
            <a:avLst/>
          </a:prstGeom>
          <a:solidFill>
            <a:schemeClr val="bg1"/>
          </a:solidFill>
          <a:ln w="57150">
            <a:solidFill>
              <a:srgbClr val="233F99"/>
            </a:solidFill>
          </a:ln>
          <a:effectLst/>
        </p:spPr>
        <p:txBody>
          <a:bodyPr wrap="square" lIns="173940" tIns="173940" rIns="173940" bIns="173940">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vi-VN" sz="3200" dirty="0"/>
              <a:t>Hệ thống máy chơi game cầm tay được xây dựng dựa trên vi điều khiển Arduino Uno, kết hợp với màn hình ST7789, 6 nút điều khiển và buzzer tạo âm thanh. Thiết bị cho phép chạy ba trò chơi 2D đơn giản, giúp sinh viên nắm vững kiến thức hệ thống nhúng như giao tiếp SPI, xử lý sự kiện, cập nhật đồ họa thời gian thực và tối ưu chương trình trên nền tài nguyên hạn chế.</a:t>
            </a:r>
            <a:endParaRPr lang="en-US" sz="3000" dirty="0">
              <a:latin typeface="Calibri" pitchFamily="34" charset="0"/>
            </a:endParaRPr>
          </a:p>
        </p:txBody>
      </p:sp>
      <p:sp>
        <p:nvSpPr>
          <p:cNvPr id="17" name="Rectangle 16">
            <a:extLst>
              <a:ext uri="{FF2B5EF4-FFF2-40B4-BE49-F238E27FC236}">
                <a16:creationId xmlns:a16="http://schemas.microsoft.com/office/drawing/2014/main" id="{DE4BE971-7A47-3451-3EE2-CA13BA5489F4}"/>
              </a:ext>
            </a:extLst>
          </p:cNvPr>
          <p:cNvSpPr/>
          <p:nvPr/>
        </p:nvSpPr>
        <p:spPr>
          <a:xfrm>
            <a:off x="510761" y="11659755"/>
            <a:ext cx="9074187" cy="964611"/>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399" b="1" dirty="0">
                <a:solidFill>
                  <a:schemeClr val="bg1"/>
                </a:solidFill>
              </a:rPr>
              <a:t>Introduction</a:t>
            </a:r>
          </a:p>
        </p:txBody>
      </p:sp>
      <p:sp>
        <p:nvSpPr>
          <p:cNvPr id="18" name="Text Box 194">
            <a:extLst>
              <a:ext uri="{FF2B5EF4-FFF2-40B4-BE49-F238E27FC236}">
                <a16:creationId xmlns:a16="http://schemas.microsoft.com/office/drawing/2014/main" id="{4344EFC7-1139-FBE7-117C-D3003C17EFFF}"/>
              </a:ext>
            </a:extLst>
          </p:cNvPr>
          <p:cNvSpPr txBox="1">
            <a:spLocks noChangeArrowheads="1"/>
          </p:cNvSpPr>
          <p:nvPr/>
        </p:nvSpPr>
        <p:spPr bwMode="auto">
          <a:xfrm>
            <a:off x="510761" y="21701044"/>
            <a:ext cx="9074187" cy="17658072"/>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endParaRPr lang="en-US" sz="3000" dirty="0">
              <a:latin typeface="Calibri" pitchFamily="34" charset="0"/>
            </a:endParaRPr>
          </a:p>
          <a:p>
            <a:pPr eaLnBrk="1" hangingPunct="1"/>
            <a:endParaRPr lang="en-US" sz="3000" dirty="0">
              <a:latin typeface="Calibri" pitchFamily="34" charset="0"/>
            </a:endParaRPr>
          </a:p>
          <a:p>
            <a:r>
              <a:rPr lang="vi-VN" sz="2400" b="1" dirty="0"/>
              <a:t>Thiết kế phần cứng</a:t>
            </a:r>
          </a:p>
          <a:p>
            <a:r>
              <a:rPr lang="vi-VN" sz="2400" dirty="0"/>
              <a:t>Kết nối ST7789 qua SPI: CS – D10, DC – D9, RST – D12.</a:t>
            </a:r>
          </a:p>
          <a:p>
            <a:r>
              <a:rPr lang="vi-VN" sz="2400" dirty="0"/>
              <a:t>Kết nối 6 nút bấm tại D2–D7 dùng INPUT_PULLUP.</a:t>
            </a:r>
          </a:p>
          <a:p>
            <a:r>
              <a:rPr lang="vi-VN" sz="2400" dirty="0"/>
              <a:t>Kết nối buzzer tại A2 để phát tone.</a:t>
            </a:r>
          </a:p>
          <a:p>
            <a:r>
              <a:rPr lang="vi-VN" sz="2400" b="1" dirty="0"/>
              <a:t>2. Lập trình phần mềm</a:t>
            </a:r>
          </a:p>
          <a:p>
            <a:r>
              <a:rPr lang="vi-VN" sz="2400" dirty="0"/>
              <a:t>Xây dựng mô hình máy trạng thái (State Machine).</a:t>
            </a:r>
          </a:p>
          <a:p>
            <a:r>
              <a:rPr lang="vi-VN" sz="2400" dirty="0"/>
              <a:t>Dùng thư viện Adafruit_GFX + Adafruit_ST7789.</a:t>
            </a:r>
          </a:p>
          <a:p>
            <a:r>
              <a:rPr lang="vi-VN" sz="2400" dirty="0"/>
              <a:t>Hàm riêng cho từng game: setupGame(), loopGame().</a:t>
            </a:r>
          </a:p>
          <a:p>
            <a:r>
              <a:rPr lang="vi-VN" sz="2400" b="1" dirty="0"/>
              <a:t>3. Chức năng hệ thống theo yêu cầu</a:t>
            </a:r>
          </a:p>
          <a:p>
            <a:r>
              <a:rPr lang="vi-VN" sz="2400" b="1" dirty="0"/>
              <a:t>3 game tích hợp</a:t>
            </a:r>
            <a:endParaRPr lang="vi-VN" sz="2400" dirty="0"/>
          </a:p>
          <a:p>
            <a:r>
              <a:rPr lang="vi-VN" sz="2400" b="1" dirty="0"/>
              <a:t>3 cấp độ: Easy – Normal – Hard</a:t>
            </a:r>
            <a:endParaRPr lang="vi-VN" sz="2400" dirty="0"/>
          </a:p>
          <a:p>
            <a:r>
              <a:rPr lang="vi-VN" sz="2400" b="1" dirty="0"/>
              <a:t>Âm thanh phản hồi đầy đủ</a:t>
            </a:r>
            <a:endParaRPr lang="vi-VN" sz="2400" dirty="0"/>
          </a:p>
          <a:p>
            <a:r>
              <a:rPr lang="vi-VN" sz="2400" b="1" dirty="0"/>
              <a:t>Điều khiển bằng 6 nút bấm: A B C D E F</a:t>
            </a:r>
            <a:endParaRPr lang="vi-VN" sz="2400" dirty="0"/>
          </a:p>
          <a:p>
            <a:pPr lvl="1"/>
            <a:r>
              <a:rPr lang="vi-VN" sz="2400" dirty="0"/>
              <a:t>A: Lên</a:t>
            </a:r>
          </a:p>
          <a:p>
            <a:pPr lvl="1"/>
            <a:r>
              <a:rPr lang="vi-VN" sz="2400" dirty="0"/>
              <a:t>B: Phải</a:t>
            </a:r>
          </a:p>
          <a:p>
            <a:pPr lvl="1"/>
            <a:r>
              <a:rPr lang="vi-VN" sz="2400" dirty="0"/>
              <a:t>C: Xuống</a:t>
            </a:r>
          </a:p>
          <a:p>
            <a:pPr lvl="1"/>
            <a:r>
              <a:rPr lang="vi-VN" sz="2400" dirty="0"/>
              <a:t>D: Trái</a:t>
            </a:r>
          </a:p>
          <a:p>
            <a:pPr lvl="1"/>
            <a:r>
              <a:rPr lang="vi-VN" sz="2400" dirty="0"/>
              <a:t>E: Select/Thoát</a:t>
            </a:r>
          </a:p>
          <a:p>
            <a:pPr lvl="1"/>
            <a:r>
              <a:rPr lang="vi-VN" sz="2400" dirty="0"/>
              <a:t>F: Bắn / Tăng tốc</a:t>
            </a:r>
          </a:p>
          <a:p>
            <a:r>
              <a:rPr lang="vi-VN" sz="2400" b="1" dirty="0"/>
              <a:t>4. Tối ưu hóa</a:t>
            </a:r>
          </a:p>
          <a:p>
            <a:r>
              <a:rPr lang="vi-VN" sz="2400" dirty="0"/>
              <a:t>Dùng millis() thay delay() để tránh treo game.</a:t>
            </a:r>
          </a:p>
          <a:p>
            <a:r>
              <a:rPr lang="vi-VN" sz="2400" dirty="0"/>
              <a:t>Vẽ tối ưu từng vùng để giảm flicker.</a:t>
            </a:r>
          </a:p>
          <a:p>
            <a:r>
              <a:rPr lang="vi-VN" sz="2400" dirty="0"/>
              <a:t>Giới hạn FPS để game chạy ổn định.</a:t>
            </a:r>
          </a:p>
        </p:txBody>
      </p:sp>
      <p:sp>
        <p:nvSpPr>
          <p:cNvPr id="19" name="Rectangle 18">
            <a:extLst>
              <a:ext uri="{FF2B5EF4-FFF2-40B4-BE49-F238E27FC236}">
                <a16:creationId xmlns:a16="http://schemas.microsoft.com/office/drawing/2014/main" id="{1640A9FB-E213-CCEB-F04F-83DD2303D1D8}"/>
              </a:ext>
            </a:extLst>
          </p:cNvPr>
          <p:cNvSpPr/>
          <p:nvPr/>
        </p:nvSpPr>
        <p:spPr>
          <a:xfrm>
            <a:off x="19645093" y="20276377"/>
            <a:ext cx="8667640" cy="1424666"/>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400" dirty="0"/>
              <a:t>OBJECTIVES</a:t>
            </a:r>
            <a:endParaRPr lang="en-US" sz="5399" b="1" dirty="0">
              <a:solidFill>
                <a:schemeClr val="bg1"/>
              </a:solidFill>
            </a:endParaRPr>
          </a:p>
        </p:txBody>
      </p:sp>
      <p:sp>
        <p:nvSpPr>
          <p:cNvPr id="20" name="Text Box 191">
            <a:extLst>
              <a:ext uri="{FF2B5EF4-FFF2-40B4-BE49-F238E27FC236}">
                <a16:creationId xmlns:a16="http://schemas.microsoft.com/office/drawing/2014/main" id="{D9710905-8CED-BDEE-1C02-E33551D97D69}"/>
              </a:ext>
            </a:extLst>
          </p:cNvPr>
          <p:cNvSpPr txBox="1">
            <a:spLocks noChangeArrowheads="1"/>
          </p:cNvSpPr>
          <p:nvPr/>
        </p:nvSpPr>
        <p:spPr bwMode="auto">
          <a:xfrm>
            <a:off x="19648092" y="21668386"/>
            <a:ext cx="8667640" cy="17690729"/>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r>
              <a:rPr lang="vi-VN" sz="3200" b="1" dirty="0"/>
              <a:t>Mục tiêu tổng quát</a:t>
            </a:r>
          </a:p>
          <a:p>
            <a:r>
              <a:rPr lang="vi-VN" sz="3200" dirty="0"/>
              <a:t>Thiết kế và triển khai một máy chơi game cầm tay hoàn chỉnh dựa trên Arduino Uno.</a:t>
            </a:r>
          </a:p>
          <a:p>
            <a:r>
              <a:rPr lang="vi-VN" sz="3200" b="1" dirty="0"/>
              <a:t>Mục tiêu cụ thể</a:t>
            </a:r>
          </a:p>
          <a:p>
            <a:r>
              <a:rPr lang="vi-VN" sz="3200" dirty="0"/>
              <a:t>Chạy được 3 trò chơi: Shooter, Snake và Pong.</a:t>
            </a:r>
          </a:p>
          <a:p>
            <a:r>
              <a:rPr lang="vi-VN" sz="3200" dirty="0"/>
              <a:t>Cung cấp 3 mức độ chơi (Easy – Normal – Hard).</a:t>
            </a:r>
          </a:p>
          <a:p>
            <a:r>
              <a:rPr lang="vi-VN" sz="3200" dirty="0"/>
              <a:t>Tích hợp phản hồi âm thanh qua buzzer.</a:t>
            </a:r>
          </a:p>
          <a:p>
            <a:r>
              <a:rPr lang="vi-VN" sz="3200" dirty="0"/>
              <a:t>Điều khiển hoàn toàn bằng 6 nút bấm vật lý.</a:t>
            </a:r>
          </a:p>
          <a:p>
            <a:r>
              <a:rPr lang="vi-VN" sz="3200" dirty="0"/>
              <a:t>Hiển thị đồ họa thời gian thực trên màn hình TFT ST7789.</a:t>
            </a:r>
          </a:p>
          <a:p>
            <a:r>
              <a:rPr lang="vi-VN" sz="3200" dirty="0"/>
              <a:t>Vận dụng mô hình State Machine để quản lý hệ thống.</a:t>
            </a:r>
          </a:p>
          <a:p>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eaLnBrk="1" hangingPunct="1"/>
            <a:endParaRPr lang="en-US" sz="3000" dirty="0">
              <a:latin typeface="Calibri" pitchFamily="34" charset="0"/>
            </a:endParaRPr>
          </a:p>
          <a:p>
            <a:pPr algn="ctr" eaLnBrk="1" hangingPunct="1"/>
            <a:endParaRPr lang="en-US" sz="3000" b="1" dirty="0">
              <a:latin typeface="Calibri" pitchFamily="34" charset="0"/>
            </a:endParaRPr>
          </a:p>
          <a:p>
            <a:pPr algn="ctr" eaLnBrk="1" hangingPunct="1"/>
            <a:endParaRPr lang="en-US" sz="3000" b="1" dirty="0">
              <a:latin typeface="Calibri" pitchFamily="34" charset="0"/>
            </a:endParaRPr>
          </a:p>
          <a:p>
            <a:pPr algn="ctr" eaLnBrk="1" hangingPunct="1"/>
            <a:endParaRPr lang="en-US" sz="3000" b="1" dirty="0">
              <a:latin typeface="Calibri" pitchFamily="34" charset="0"/>
            </a:endParaRPr>
          </a:p>
          <a:p>
            <a:pPr algn="ctr" eaLnBrk="1" hangingPunct="1"/>
            <a:endParaRPr lang="en-US" sz="3000" b="1" dirty="0">
              <a:latin typeface="Calibri" pitchFamily="34" charset="0"/>
            </a:endParaRPr>
          </a:p>
          <a:p>
            <a:pPr algn="ctr" eaLnBrk="1" hangingPunct="1"/>
            <a:endParaRPr lang="en-US" sz="3000" b="1" dirty="0">
              <a:latin typeface="Calibri" pitchFamily="34" charset="0"/>
            </a:endParaRPr>
          </a:p>
          <a:p>
            <a:pPr algn="ctr" eaLnBrk="1" hangingPunct="1"/>
            <a:endParaRPr lang="en-US" sz="3000" b="1" dirty="0">
              <a:latin typeface="Calibri" pitchFamily="34" charset="0"/>
            </a:endParaRPr>
          </a:p>
        </p:txBody>
      </p:sp>
      <p:sp>
        <p:nvSpPr>
          <p:cNvPr id="22" name="Text Box 190">
            <a:extLst>
              <a:ext uri="{FF2B5EF4-FFF2-40B4-BE49-F238E27FC236}">
                <a16:creationId xmlns:a16="http://schemas.microsoft.com/office/drawing/2014/main" id="{BBCBE0B2-CB96-D2B9-0F5A-287BF23B37D1}"/>
              </a:ext>
            </a:extLst>
          </p:cNvPr>
          <p:cNvSpPr txBox="1">
            <a:spLocks noChangeArrowheads="1"/>
          </p:cNvSpPr>
          <p:nvPr/>
        </p:nvSpPr>
        <p:spPr bwMode="auto">
          <a:xfrm>
            <a:off x="10078469" y="21701043"/>
            <a:ext cx="9074186" cy="17658072"/>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3000" dirty="0">
                <a:latin typeface="+mn-lt"/>
              </a:rPr>
              <a:t>                                          </a:t>
            </a:r>
          </a:p>
          <a:p>
            <a:pPr eaLnBrk="1" hangingPunct="1"/>
            <a:endParaRPr lang="en-US" sz="3000" dirty="0">
              <a:latin typeface="+mn-lt"/>
            </a:endParaRPr>
          </a:p>
          <a:p>
            <a:r>
              <a:rPr lang="en-US" sz="3200" b="1" dirty="0"/>
              <a:t>Thành </a:t>
            </a:r>
            <a:r>
              <a:rPr lang="en-US" sz="3200" b="1" dirty="0" err="1"/>
              <a:t>phần</a:t>
            </a:r>
            <a:r>
              <a:rPr lang="en-US" sz="3200" b="1" dirty="0"/>
              <a:t> </a:t>
            </a:r>
            <a:r>
              <a:rPr lang="en-US" sz="3200" b="1" dirty="0" err="1"/>
              <a:t>phần</a:t>
            </a:r>
            <a:r>
              <a:rPr lang="en-US" sz="3200" b="1" dirty="0"/>
              <a:t> </a:t>
            </a:r>
            <a:r>
              <a:rPr lang="en-US" sz="3200" b="1" dirty="0" err="1"/>
              <a:t>cứng</a:t>
            </a:r>
            <a:endParaRPr lang="en-US" sz="3200" b="1" dirty="0"/>
          </a:p>
          <a:p>
            <a:r>
              <a:rPr lang="en-US" sz="3200" b="1" dirty="0"/>
              <a:t>Arduino Uno R3:</a:t>
            </a:r>
            <a:r>
              <a:rPr lang="en-US" sz="3200" dirty="0"/>
              <a:t> </a:t>
            </a:r>
            <a:r>
              <a:rPr lang="en-US" sz="3200" dirty="0" err="1"/>
              <a:t>xử</a:t>
            </a:r>
            <a:r>
              <a:rPr lang="en-US" sz="3200" dirty="0"/>
              <a:t> </a:t>
            </a:r>
            <a:r>
              <a:rPr lang="en-US" sz="3200" dirty="0" err="1"/>
              <a:t>lý</a:t>
            </a:r>
            <a:r>
              <a:rPr lang="en-US" sz="3200" dirty="0"/>
              <a:t> </a:t>
            </a:r>
            <a:r>
              <a:rPr lang="en-US" sz="3200" dirty="0" err="1"/>
              <a:t>trung</a:t>
            </a:r>
            <a:r>
              <a:rPr lang="en-US" sz="3200" dirty="0"/>
              <a:t> </a:t>
            </a:r>
            <a:r>
              <a:rPr lang="en-US" sz="3200" dirty="0" err="1"/>
              <a:t>tâm</a:t>
            </a:r>
            <a:endParaRPr lang="vi-VN" sz="3200" dirty="0"/>
          </a:p>
          <a:p>
            <a:endParaRPr lang="vi-VN" sz="3200" dirty="0"/>
          </a:p>
          <a:p>
            <a:endParaRPr lang="vi-VN" sz="3200" dirty="0"/>
          </a:p>
          <a:p>
            <a:endParaRPr lang="vi-VN" sz="3200" dirty="0"/>
          </a:p>
          <a:p>
            <a:endParaRPr lang="vi-VN" sz="3200" dirty="0"/>
          </a:p>
          <a:p>
            <a:endParaRPr lang="vi-VN" sz="3200" dirty="0"/>
          </a:p>
          <a:p>
            <a:r>
              <a:rPr lang="en-US" sz="3200" dirty="0"/>
              <a:t>.</a:t>
            </a:r>
            <a:br>
              <a:rPr lang="vi-VN" sz="3200" dirty="0"/>
            </a:br>
            <a:endParaRPr lang="en-US" sz="3200" dirty="0"/>
          </a:p>
          <a:p>
            <a:r>
              <a:rPr lang="en-US" sz="3200" b="1" dirty="0"/>
              <a:t>TFT ST7789 (SPI):</a:t>
            </a:r>
            <a:r>
              <a:rPr lang="en-US" sz="3200" dirty="0"/>
              <a:t> </a:t>
            </a:r>
            <a:r>
              <a:rPr lang="en-US" sz="3200" dirty="0" err="1"/>
              <a:t>hiển</a:t>
            </a:r>
            <a:r>
              <a:rPr lang="en-US" sz="3200" dirty="0"/>
              <a:t> </a:t>
            </a:r>
            <a:r>
              <a:rPr lang="en-US" sz="3200" dirty="0" err="1"/>
              <a:t>thị</a:t>
            </a:r>
            <a:r>
              <a:rPr lang="en-US" sz="3200" dirty="0"/>
              <a:t> </a:t>
            </a:r>
            <a:r>
              <a:rPr lang="en-US" sz="3200" dirty="0" err="1"/>
              <a:t>toàn</a:t>
            </a:r>
            <a:r>
              <a:rPr lang="en-US" sz="3200" dirty="0"/>
              <a:t> </a:t>
            </a:r>
            <a:r>
              <a:rPr lang="en-US" sz="3200" dirty="0" err="1"/>
              <a:t>bộ</a:t>
            </a:r>
            <a:r>
              <a:rPr lang="en-US" sz="3200" dirty="0"/>
              <a:t> </a:t>
            </a:r>
            <a:r>
              <a:rPr lang="en-US" sz="3200" dirty="0" err="1"/>
              <a:t>đồ</a:t>
            </a:r>
            <a:r>
              <a:rPr lang="en-US" sz="3200" dirty="0"/>
              <a:t> </a:t>
            </a:r>
            <a:r>
              <a:rPr lang="en-US" sz="3200" dirty="0" err="1"/>
              <a:t>họa</a:t>
            </a:r>
            <a:r>
              <a:rPr lang="en-US" sz="3200" dirty="0"/>
              <a:t> game.</a:t>
            </a:r>
            <a:endParaRPr lang="vi-VN" sz="3200" dirty="0"/>
          </a:p>
          <a:p>
            <a:endParaRPr lang="vi-VN" sz="3200" dirty="0"/>
          </a:p>
          <a:p>
            <a:endParaRPr lang="vi-VN" sz="3200" dirty="0"/>
          </a:p>
          <a:p>
            <a:endParaRPr lang="vi-VN" sz="3200" dirty="0"/>
          </a:p>
          <a:p>
            <a:endParaRPr lang="vi-VN" sz="3200" dirty="0"/>
          </a:p>
          <a:p>
            <a:endParaRPr lang="vi-VN" sz="3200" dirty="0"/>
          </a:p>
          <a:p>
            <a:endParaRPr lang="vi-VN" sz="3200" dirty="0"/>
          </a:p>
          <a:p>
            <a:endParaRPr lang="vi-VN" sz="3200" dirty="0"/>
          </a:p>
          <a:p>
            <a:endParaRPr lang="en-US" sz="3200" dirty="0"/>
          </a:p>
          <a:p>
            <a:r>
              <a:rPr lang="en-US" b="1" dirty="0"/>
              <a:t>Joystick Shield</a:t>
            </a:r>
            <a:r>
              <a:rPr lang="en-US" sz="3200" b="1" dirty="0"/>
              <a:t>:</a:t>
            </a:r>
            <a:r>
              <a:rPr lang="en-US" sz="3200" dirty="0"/>
              <a:t> </a:t>
            </a:r>
            <a:r>
              <a:rPr lang="en-US" sz="3200" dirty="0" err="1"/>
              <a:t>điều</a:t>
            </a:r>
            <a:r>
              <a:rPr lang="en-US" sz="3200" dirty="0"/>
              <a:t> </a:t>
            </a:r>
            <a:r>
              <a:rPr lang="en-US" sz="3200" dirty="0" err="1"/>
              <a:t>khiển</a:t>
            </a:r>
            <a:r>
              <a:rPr lang="en-US" sz="3200" dirty="0"/>
              <a:t> </a:t>
            </a:r>
            <a:r>
              <a:rPr lang="en-US" sz="3200" dirty="0" err="1"/>
              <a:t>nhân</a:t>
            </a:r>
            <a:r>
              <a:rPr lang="en-US" sz="3200" dirty="0"/>
              <a:t> </a:t>
            </a:r>
            <a:r>
              <a:rPr lang="en-US" sz="3200" dirty="0" err="1"/>
              <a:t>vật</a:t>
            </a:r>
            <a:r>
              <a:rPr lang="en-US" sz="3200" dirty="0"/>
              <a:t> </a:t>
            </a:r>
            <a:r>
              <a:rPr lang="en-US" sz="3200" dirty="0" err="1"/>
              <a:t>và</a:t>
            </a:r>
            <a:r>
              <a:rPr lang="en-US" sz="3200" dirty="0"/>
              <a:t> menu.</a:t>
            </a:r>
            <a:br>
              <a:rPr lang="vi-VN" sz="3200" dirty="0"/>
            </a:br>
            <a:endParaRPr lang="vi-VN" sz="3200" dirty="0"/>
          </a:p>
          <a:p>
            <a:endParaRPr lang="vi-VN" sz="3200" dirty="0"/>
          </a:p>
          <a:p>
            <a:endParaRPr lang="vi-VN" sz="3200" dirty="0"/>
          </a:p>
          <a:p>
            <a:endParaRPr lang="vi-VN" sz="3200" dirty="0"/>
          </a:p>
          <a:p>
            <a:endParaRPr lang="vi-VN" sz="3200" dirty="0"/>
          </a:p>
          <a:p>
            <a:endParaRPr lang="en-US" sz="3200" dirty="0"/>
          </a:p>
          <a:p>
            <a:r>
              <a:rPr lang="en-US" sz="3200" b="1" dirty="0"/>
              <a:t>Buzzer:</a:t>
            </a:r>
            <a:r>
              <a:rPr lang="en-US" sz="3200" dirty="0"/>
              <a:t> </a:t>
            </a:r>
            <a:r>
              <a:rPr lang="en-US" sz="3200" dirty="0" err="1"/>
              <a:t>tạo</a:t>
            </a:r>
            <a:r>
              <a:rPr lang="en-US" sz="3200" dirty="0"/>
              <a:t> </a:t>
            </a:r>
            <a:r>
              <a:rPr lang="en-US" sz="3200" dirty="0" err="1"/>
              <a:t>âm</a:t>
            </a:r>
            <a:r>
              <a:rPr lang="en-US" sz="3200" dirty="0"/>
              <a:t> </a:t>
            </a:r>
            <a:r>
              <a:rPr lang="en-US" sz="3200" dirty="0" err="1"/>
              <a:t>hiệu</a:t>
            </a:r>
            <a:r>
              <a:rPr lang="en-US" sz="3200" dirty="0"/>
              <a:t> </a:t>
            </a:r>
            <a:r>
              <a:rPr lang="en-US" sz="3200" dirty="0" err="1"/>
              <a:t>ứng</a:t>
            </a:r>
            <a:r>
              <a:rPr lang="en-US" sz="3200" dirty="0"/>
              <a:t>.</a:t>
            </a: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algn="ctr" eaLnBrk="1" hangingPunct="1"/>
            <a:r>
              <a:rPr lang="en-US" sz="3000" dirty="0">
                <a:latin typeface="+mn-lt"/>
              </a:rPr>
              <a:t>	</a:t>
            </a: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eaLnBrk="1" hangingPunct="1"/>
            <a:endParaRPr lang="en-US" sz="3000" dirty="0">
              <a:latin typeface="+mn-lt"/>
            </a:endParaRPr>
          </a:p>
          <a:p>
            <a:pPr marL="1200045" lvl="1" indent="-457159" eaLnBrk="1" hangingPunct="1">
              <a:buFont typeface="Arial" panose="020B0604020202020204" pitchFamily="34" charset="0"/>
              <a:buChar char="•"/>
            </a:pPr>
            <a:endParaRPr lang="en-US" sz="3000" b="1" dirty="0">
              <a:latin typeface="+mn-lt"/>
            </a:endParaRPr>
          </a:p>
          <a:p>
            <a:pPr marL="1200045" lvl="1" indent="-457159" eaLnBrk="1" hangingPunct="1">
              <a:buFont typeface="Arial" panose="020B0604020202020204" pitchFamily="34" charset="0"/>
              <a:buChar char="•"/>
            </a:pPr>
            <a:endParaRPr lang="en-US" sz="3000" b="1" dirty="0">
              <a:latin typeface="+mn-lt"/>
            </a:endParaRPr>
          </a:p>
          <a:p>
            <a:pPr marL="1200045" lvl="1" indent="-457159" eaLnBrk="1" hangingPunct="1">
              <a:buFont typeface="Arial" panose="020B0604020202020204" pitchFamily="34" charset="0"/>
              <a:buChar char="•"/>
            </a:pPr>
            <a:endParaRPr lang="en-US" sz="3000" b="1" dirty="0">
              <a:latin typeface="+mn-lt"/>
            </a:endParaRPr>
          </a:p>
          <a:p>
            <a:pPr marL="1200045" lvl="1" indent="-457159" eaLnBrk="1" hangingPunct="1">
              <a:buFont typeface="Arial" panose="020B0604020202020204" pitchFamily="34" charset="0"/>
              <a:buChar char="•"/>
            </a:pPr>
            <a:endParaRPr lang="en-US" sz="3000" b="1" dirty="0">
              <a:latin typeface="+mn-lt"/>
            </a:endParaRPr>
          </a:p>
          <a:p>
            <a:pPr marL="1200045" lvl="1" indent="-457159" eaLnBrk="1" hangingPunct="1">
              <a:buFont typeface="Arial" panose="020B0604020202020204" pitchFamily="34" charset="0"/>
              <a:buChar char="•"/>
            </a:pPr>
            <a:endParaRPr lang="en-US" sz="3000" b="1" dirty="0">
              <a:latin typeface="+mn-lt"/>
            </a:endParaRPr>
          </a:p>
          <a:p>
            <a:pPr marL="1200045" lvl="1" indent="-457159" eaLnBrk="1" hangingPunct="1">
              <a:buFont typeface="Arial" panose="020B0604020202020204" pitchFamily="34" charset="0"/>
              <a:buChar char="•"/>
            </a:pPr>
            <a:endParaRPr lang="en-US" sz="3000" b="1" dirty="0">
              <a:latin typeface="+mn-lt"/>
            </a:endParaRPr>
          </a:p>
          <a:p>
            <a:pPr marL="1200045" lvl="1" indent="-457159" eaLnBrk="1" hangingPunct="1">
              <a:buFont typeface="Arial" panose="020B0604020202020204" pitchFamily="34" charset="0"/>
              <a:buChar char="•"/>
            </a:pPr>
            <a:endParaRPr lang="en-US" sz="3000" b="1" dirty="0">
              <a:latin typeface="+mn-lt"/>
            </a:endParaRPr>
          </a:p>
          <a:p>
            <a:pPr marL="1200045" lvl="1" indent="-457159" eaLnBrk="1" hangingPunct="1">
              <a:buFont typeface="Arial" panose="020B0604020202020204" pitchFamily="34" charset="0"/>
              <a:buChar char="•"/>
            </a:pPr>
            <a:endParaRPr lang="en-US" sz="3000" b="1" dirty="0">
              <a:latin typeface="+mn-lt"/>
            </a:endParaRPr>
          </a:p>
          <a:p>
            <a:pPr marL="1200045" lvl="1" indent="-457159" eaLnBrk="1" hangingPunct="1">
              <a:buFont typeface="Arial" panose="020B0604020202020204" pitchFamily="34" charset="0"/>
              <a:buChar char="•"/>
            </a:pPr>
            <a:endParaRPr lang="en-US" sz="3000" b="1" dirty="0">
              <a:latin typeface="+mn-lt"/>
            </a:endParaRPr>
          </a:p>
          <a:p>
            <a:pPr eaLnBrk="1" hangingPunct="1"/>
            <a:endParaRPr lang="en-US" sz="3000" dirty="0">
              <a:latin typeface="Calibri" pitchFamily="34" charset="0"/>
            </a:endParaRPr>
          </a:p>
        </p:txBody>
      </p:sp>
      <p:sp>
        <p:nvSpPr>
          <p:cNvPr id="23" name="Rectangle 22">
            <a:extLst>
              <a:ext uri="{FF2B5EF4-FFF2-40B4-BE49-F238E27FC236}">
                <a16:creationId xmlns:a16="http://schemas.microsoft.com/office/drawing/2014/main" id="{FF12DCEE-1ECB-4347-1188-2F00770BC416}"/>
              </a:ext>
            </a:extLst>
          </p:cNvPr>
          <p:cNvSpPr/>
          <p:nvPr/>
        </p:nvSpPr>
        <p:spPr>
          <a:xfrm>
            <a:off x="481264" y="20279608"/>
            <a:ext cx="9074187" cy="1293129"/>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399" b="1" dirty="0">
                <a:solidFill>
                  <a:schemeClr val="bg1"/>
                </a:solidFill>
              </a:rPr>
              <a:t>Proposed methods</a:t>
            </a:r>
          </a:p>
        </p:txBody>
      </p:sp>
      <p:sp>
        <p:nvSpPr>
          <p:cNvPr id="49" name="Rectangle 48">
            <a:extLst>
              <a:ext uri="{FF2B5EF4-FFF2-40B4-BE49-F238E27FC236}">
                <a16:creationId xmlns:a16="http://schemas.microsoft.com/office/drawing/2014/main" id="{26204EBA-DBB7-DBBB-862B-3E18DF525598}"/>
              </a:ext>
            </a:extLst>
          </p:cNvPr>
          <p:cNvSpPr/>
          <p:nvPr/>
        </p:nvSpPr>
        <p:spPr>
          <a:xfrm>
            <a:off x="525726" y="39586795"/>
            <a:ext cx="27821867" cy="959132"/>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399" b="1" dirty="0">
                <a:solidFill>
                  <a:schemeClr val="bg1"/>
                </a:solidFill>
              </a:rPr>
              <a:t>Conclusions and future works</a:t>
            </a:r>
          </a:p>
        </p:txBody>
      </p:sp>
      <p:sp>
        <p:nvSpPr>
          <p:cNvPr id="50" name="Text Box 194">
            <a:extLst>
              <a:ext uri="{FF2B5EF4-FFF2-40B4-BE49-F238E27FC236}">
                <a16:creationId xmlns:a16="http://schemas.microsoft.com/office/drawing/2014/main" id="{1C22CDFC-ECFD-5BE7-8733-C37CEFFE24E1}"/>
              </a:ext>
            </a:extLst>
          </p:cNvPr>
          <p:cNvSpPr txBox="1">
            <a:spLocks noChangeArrowheads="1"/>
          </p:cNvSpPr>
          <p:nvPr/>
        </p:nvSpPr>
        <p:spPr bwMode="auto">
          <a:xfrm>
            <a:off x="548620" y="40531128"/>
            <a:ext cx="27821867" cy="4115752"/>
          </a:xfrm>
          <a:prstGeom prst="rect">
            <a:avLst/>
          </a:prstGeom>
          <a:solidFill>
            <a:schemeClr val="bg1"/>
          </a:solidFill>
          <a:ln w="57150">
            <a:solidFill>
              <a:srgbClr val="233F99"/>
            </a:solidFill>
          </a:ln>
          <a:effectLst/>
        </p:spPr>
        <p:txBody>
          <a:bodyPr lIns="173940" tIns="173940" rIns="173940" bIns="173940">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r>
              <a:rPr lang="vi-VN" sz="3200" b="1" dirty="0"/>
              <a:t>Kết luận</a:t>
            </a:r>
          </a:p>
          <a:p>
            <a:r>
              <a:rPr lang="vi-VN" sz="3200" dirty="0"/>
              <a:t>Đề tài đã triển khai thành công máy chơi game cầm tay dựa trên Arduino Uno, hoàn thiện đầy đủ chức năng: hiển thị, điều khiển, âm thanh, nhiều game và nhiều mức độ chơi. Hệ thống đáp ứng yêu cầu của môn Hệ Thống Nhúng và có thể mở rộng dễ dàng.</a:t>
            </a:r>
          </a:p>
          <a:p>
            <a:r>
              <a:rPr lang="vi-VN" sz="3200" b="1" dirty="0"/>
              <a:t>Hướng phát triển</a:t>
            </a:r>
          </a:p>
          <a:p>
            <a:r>
              <a:rPr lang="vi-VN" sz="3200" dirty="0"/>
              <a:t>Nâng cấp sang ESP32 để tăng tốc độ đồ họa, FPS cao hơn.</a:t>
            </a:r>
          </a:p>
          <a:p>
            <a:r>
              <a:rPr lang="vi-VN" sz="3200" dirty="0"/>
              <a:t>Thiết kế vỏ in 3D và pin sạc Li-ion.</a:t>
            </a:r>
          </a:p>
          <a:p>
            <a:r>
              <a:rPr lang="vi-VN" sz="3200" dirty="0"/>
              <a:t>Thêm hiệu ứng sprite, animation mượt hơn.</a:t>
            </a:r>
          </a:p>
          <a:p>
            <a:r>
              <a:rPr lang="vi-VN" sz="3200" dirty="0"/>
              <a:t>Thêm tính năng multiplayer qua WiFi/Bluetooth.</a:t>
            </a:r>
          </a:p>
        </p:txBody>
      </p:sp>
      <p:sp>
        <p:nvSpPr>
          <p:cNvPr id="2" name="Rectangle 1">
            <a:extLst>
              <a:ext uri="{FF2B5EF4-FFF2-40B4-BE49-F238E27FC236}">
                <a16:creationId xmlns:a16="http://schemas.microsoft.com/office/drawing/2014/main" id="{44761195-36CC-D318-5848-2FE501B51178}"/>
              </a:ext>
            </a:extLst>
          </p:cNvPr>
          <p:cNvSpPr/>
          <p:nvPr/>
        </p:nvSpPr>
        <p:spPr>
          <a:xfrm>
            <a:off x="10067981" y="20279608"/>
            <a:ext cx="9074187" cy="1283090"/>
          </a:xfrm>
          <a:prstGeom prst="rect">
            <a:avLst/>
          </a:prstGeom>
          <a:solidFill>
            <a:srgbClr val="233F99"/>
          </a:solidFill>
          <a:ln w="57150"/>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400" dirty="0"/>
              <a:t> SYSTEM ARCHITECTURE</a:t>
            </a:r>
            <a:endParaRPr lang="en-US" sz="5399" b="1" dirty="0">
              <a:solidFill>
                <a:schemeClr val="bg1"/>
              </a:solidFill>
              <a:latin typeface="Calibri (Body)"/>
              <a:ea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200AC82E-FF18-1922-4617-B52C8FD19479}"/>
              </a:ext>
            </a:extLst>
          </p:cNvPr>
          <p:cNvSpPr txBox="1"/>
          <p:nvPr/>
        </p:nvSpPr>
        <p:spPr>
          <a:xfrm>
            <a:off x="8408610" y="10752991"/>
            <a:ext cx="13448233" cy="646331"/>
          </a:xfrm>
          <a:prstGeom prst="rect">
            <a:avLst/>
          </a:prstGeom>
          <a:noFill/>
        </p:spPr>
        <p:txBody>
          <a:bodyPr wrap="none" rtlCol="0">
            <a:spAutoFit/>
          </a:bodyPr>
          <a:lstStyle/>
          <a:p>
            <a:r>
              <a:rPr lang="en-US" sz="3600" b="1" dirty="0" err="1"/>
              <a:t>Github</a:t>
            </a:r>
            <a:r>
              <a:rPr lang="en-US" sz="3600" b="1" dirty="0"/>
              <a:t>: </a:t>
            </a:r>
            <a:r>
              <a:rPr lang="en-US" sz="3600" dirty="0"/>
              <a:t>https://github.com/vdt143205-sketch/DIY-game-controller.git</a:t>
            </a:r>
          </a:p>
        </p:txBody>
      </p:sp>
      <p:pic>
        <p:nvPicPr>
          <p:cNvPr id="39" name="Picture 38">
            <a:extLst>
              <a:ext uri="{FF2B5EF4-FFF2-40B4-BE49-F238E27FC236}">
                <a16:creationId xmlns:a16="http://schemas.microsoft.com/office/drawing/2014/main" id="{7ABF4E65-9336-CED4-40B5-828F0E50C5E5}"/>
              </a:ext>
            </a:extLst>
          </p:cNvPr>
          <p:cNvPicPr>
            <a:picLocks noChangeAspect="1"/>
          </p:cNvPicPr>
          <p:nvPr/>
        </p:nvPicPr>
        <p:blipFill>
          <a:blip r:embed="rId2"/>
          <a:stretch>
            <a:fillRect/>
          </a:stretch>
        </p:blipFill>
        <p:spPr>
          <a:xfrm>
            <a:off x="0" y="-5744"/>
            <a:ext cx="28803600" cy="6556531"/>
          </a:xfrm>
          <a:prstGeom prst="rect">
            <a:avLst/>
          </a:prstGeom>
        </p:spPr>
      </p:pic>
      <p:sp>
        <p:nvSpPr>
          <p:cNvPr id="40" name="TextBox 39">
            <a:extLst>
              <a:ext uri="{FF2B5EF4-FFF2-40B4-BE49-F238E27FC236}">
                <a16:creationId xmlns:a16="http://schemas.microsoft.com/office/drawing/2014/main" id="{E6C724AE-79C3-CBF7-13D9-AFB8C50186BA}"/>
              </a:ext>
            </a:extLst>
          </p:cNvPr>
          <p:cNvSpPr txBox="1"/>
          <p:nvPr/>
        </p:nvSpPr>
        <p:spPr>
          <a:xfrm>
            <a:off x="10097479" y="280631"/>
            <a:ext cx="8052141" cy="1569660"/>
          </a:xfrm>
          <a:prstGeom prst="rect">
            <a:avLst/>
          </a:prstGeom>
          <a:noFill/>
        </p:spPr>
        <p:txBody>
          <a:bodyPr wrap="none" rtlCol="0">
            <a:spAutoFit/>
          </a:bodyPr>
          <a:lstStyle/>
          <a:p>
            <a:pPr algn="ctr"/>
            <a:r>
              <a:rPr lang="en-US" sz="4800" b="1">
                <a:solidFill>
                  <a:schemeClr val="bg1"/>
                </a:solidFill>
              </a:rPr>
              <a:t>TRƯỜNG ĐẠI HỌC ĐẠI NAM</a:t>
            </a:r>
          </a:p>
          <a:p>
            <a:pPr algn="ctr"/>
            <a:r>
              <a:rPr lang="en-US" sz="4800" b="1">
                <a:solidFill>
                  <a:schemeClr val="bg1"/>
                </a:solidFill>
              </a:rPr>
              <a:t>KHOA CÔNG NGHỆ THÔNG TIN</a:t>
            </a:r>
          </a:p>
        </p:txBody>
      </p:sp>
      <p:pic>
        <p:nvPicPr>
          <p:cNvPr id="8" name="Picture 7">
            <a:extLst>
              <a:ext uri="{FF2B5EF4-FFF2-40B4-BE49-F238E27FC236}">
                <a16:creationId xmlns:a16="http://schemas.microsoft.com/office/drawing/2014/main" id="{5C067C8F-3305-C12D-823E-661BE21991B4}"/>
              </a:ext>
            </a:extLst>
          </p:cNvPr>
          <p:cNvPicPr>
            <a:picLocks noChangeAspect="1"/>
          </p:cNvPicPr>
          <p:nvPr/>
        </p:nvPicPr>
        <p:blipFill>
          <a:blip r:embed="rId3"/>
          <a:stretch>
            <a:fillRect/>
          </a:stretch>
        </p:blipFill>
        <p:spPr>
          <a:xfrm>
            <a:off x="10147422" y="24061526"/>
            <a:ext cx="3976126" cy="2768283"/>
          </a:xfrm>
          <a:prstGeom prst="rect">
            <a:avLst/>
          </a:prstGeom>
        </p:spPr>
      </p:pic>
      <p:pic>
        <p:nvPicPr>
          <p:cNvPr id="26" name="Picture 25">
            <a:extLst>
              <a:ext uri="{FF2B5EF4-FFF2-40B4-BE49-F238E27FC236}">
                <a16:creationId xmlns:a16="http://schemas.microsoft.com/office/drawing/2014/main" id="{2B4BA9FC-2D46-BA4B-41C4-569378AC532A}"/>
              </a:ext>
            </a:extLst>
          </p:cNvPr>
          <p:cNvPicPr>
            <a:picLocks noChangeAspect="1"/>
          </p:cNvPicPr>
          <p:nvPr/>
        </p:nvPicPr>
        <p:blipFill>
          <a:blip r:embed="rId4"/>
          <a:stretch>
            <a:fillRect/>
          </a:stretch>
        </p:blipFill>
        <p:spPr>
          <a:xfrm>
            <a:off x="11821063" y="28776743"/>
            <a:ext cx="4604971" cy="2286642"/>
          </a:xfrm>
          <a:prstGeom prst="rect">
            <a:avLst/>
          </a:prstGeom>
        </p:spPr>
      </p:pic>
      <p:pic>
        <p:nvPicPr>
          <p:cNvPr id="28" name="Picture 27">
            <a:extLst>
              <a:ext uri="{FF2B5EF4-FFF2-40B4-BE49-F238E27FC236}">
                <a16:creationId xmlns:a16="http://schemas.microsoft.com/office/drawing/2014/main" id="{5AA965DE-420C-081E-729F-866BC66CC5CE}"/>
              </a:ext>
            </a:extLst>
          </p:cNvPr>
          <p:cNvPicPr>
            <a:picLocks noChangeAspect="1"/>
          </p:cNvPicPr>
          <p:nvPr/>
        </p:nvPicPr>
        <p:blipFill>
          <a:blip r:embed="rId5"/>
          <a:stretch>
            <a:fillRect/>
          </a:stretch>
        </p:blipFill>
        <p:spPr>
          <a:xfrm>
            <a:off x="12456201" y="33010319"/>
            <a:ext cx="4378137" cy="2286642"/>
          </a:xfrm>
          <a:prstGeom prst="rect">
            <a:avLst/>
          </a:prstGeom>
        </p:spPr>
      </p:pic>
      <p:pic>
        <p:nvPicPr>
          <p:cNvPr id="30" name="Picture 29">
            <a:extLst>
              <a:ext uri="{FF2B5EF4-FFF2-40B4-BE49-F238E27FC236}">
                <a16:creationId xmlns:a16="http://schemas.microsoft.com/office/drawing/2014/main" id="{DE95E081-84C0-D13D-C8A7-40B43101D478}"/>
              </a:ext>
            </a:extLst>
          </p:cNvPr>
          <p:cNvPicPr>
            <a:picLocks noChangeAspect="1"/>
          </p:cNvPicPr>
          <p:nvPr/>
        </p:nvPicPr>
        <p:blipFill>
          <a:blip r:embed="rId6"/>
          <a:stretch>
            <a:fillRect/>
          </a:stretch>
        </p:blipFill>
        <p:spPr>
          <a:xfrm>
            <a:off x="10673341" y="36357420"/>
            <a:ext cx="3943179" cy="2615360"/>
          </a:xfrm>
          <a:prstGeom prst="rect">
            <a:avLst/>
          </a:prstGeom>
        </p:spPr>
      </p:pic>
      <p:pic>
        <p:nvPicPr>
          <p:cNvPr id="33" name="Picture 32">
            <a:extLst>
              <a:ext uri="{FF2B5EF4-FFF2-40B4-BE49-F238E27FC236}">
                <a16:creationId xmlns:a16="http://schemas.microsoft.com/office/drawing/2014/main" id="{2B980A46-F436-B3A4-F77A-31E22FF4643B}"/>
              </a:ext>
            </a:extLst>
          </p:cNvPr>
          <p:cNvPicPr>
            <a:picLocks noChangeAspect="1"/>
          </p:cNvPicPr>
          <p:nvPr/>
        </p:nvPicPr>
        <p:blipFill>
          <a:blip r:embed="rId7"/>
          <a:stretch>
            <a:fillRect/>
          </a:stretch>
        </p:blipFill>
        <p:spPr>
          <a:xfrm>
            <a:off x="15475755" y="36246147"/>
            <a:ext cx="3146310" cy="2615360"/>
          </a:xfrm>
          <a:prstGeom prst="rect">
            <a:avLst/>
          </a:prstGeom>
        </p:spPr>
      </p:pic>
      <p:pic>
        <p:nvPicPr>
          <p:cNvPr id="37" name="Picture 36">
            <a:extLst>
              <a:ext uri="{FF2B5EF4-FFF2-40B4-BE49-F238E27FC236}">
                <a16:creationId xmlns:a16="http://schemas.microsoft.com/office/drawing/2014/main" id="{46683B71-18A9-B102-ED26-D271B8F288AB}"/>
              </a:ext>
            </a:extLst>
          </p:cNvPr>
          <p:cNvPicPr>
            <a:picLocks noChangeAspect="1"/>
          </p:cNvPicPr>
          <p:nvPr/>
        </p:nvPicPr>
        <p:blipFill>
          <a:blip r:embed="rId8"/>
          <a:stretch>
            <a:fillRect/>
          </a:stretch>
        </p:blipFill>
        <p:spPr>
          <a:xfrm>
            <a:off x="15212028" y="24610527"/>
            <a:ext cx="3146310" cy="1887904"/>
          </a:xfrm>
          <a:prstGeom prst="rect">
            <a:avLst/>
          </a:prstGeom>
        </p:spPr>
      </p:pic>
      <p:pic>
        <p:nvPicPr>
          <p:cNvPr id="42" name="Picture 41">
            <a:extLst>
              <a:ext uri="{FF2B5EF4-FFF2-40B4-BE49-F238E27FC236}">
                <a16:creationId xmlns:a16="http://schemas.microsoft.com/office/drawing/2014/main" id="{F1CA048F-3AF8-6C7F-7760-AD412D54E83B}"/>
              </a:ext>
            </a:extLst>
          </p:cNvPr>
          <p:cNvPicPr>
            <a:picLocks noChangeAspect="1"/>
          </p:cNvPicPr>
          <p:nvPr/>
        </p:nvPicPr>
        <p:blipFill>
          <a:blip r:embed="rId9"/>
          <a:stretch>
            <a:fillRect/>
          </a:stretch>
        </p:blipFill>
        <p:spPr>
          <a:xfrm>
            <a:off x="11821063" y="13170774"/>
            <a:ext cx="15916210" cy="6048375"/>
          </a:xfrm>
          <a:prstGeom prst="rect">
            <a:avLst/>
          </a:prstGeom>
        </p:spPr>
      </p:pic>
    </p:spTree>
    <p:extLst>
      <p:ext uri="{BB962C8B-B14F-4D97-AF65-F5344CB8AC3E}">
        <p14:creationId xmlns:p14="http://schemas.microsoft.com/office/powerpoint/2010/main" val="13358698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456</TotalTime>
  <Words>580</Words>
  <Application>Microsoft Office PowerPoint</Application>
  <PresentationFormat>Custom</PresentationFormat>
  <Paragraphs>126</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(Body)</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Thái Khánh Nguyễn</dc:creator>
  <cp:lastModifiedBy>Admin</cp:lastModifiedBy>
  <cp:revision>66</cp:revision>
  <dcterms:created xsi:type="dcterms:W3CDTF">2023-07-02T07:57:15Z</dcterms:created>
  <dcterms:modified xsi:type="dcterms:W3CDTF">2025-11-17T07:26:47Z</dcterms:modified>
</cp:coreProperties>
</file>